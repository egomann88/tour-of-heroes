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60" r:id="rId4"/>
    <p:sldId id="261" r:id="rId5"/>
    <p:sldId id="257" r:id="rId6"/>
    <p:sldId id="262" r:id="rId7"/>
    <p:sldId id="263" r:id="rId8"/>
    <p:sldId id="25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1/9/2024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1/9/2024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31444B-52F3-B0BF-322B-4C686B06A6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Beispiele für schlechtes UI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1CBB9D8-16CD-23D4-F0AE-29FFE277BF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Erarbeitet von [</a:t>
            </a:r>
            <a:r>
              <a:rPr lang="de-CH" dirty="0" err="1"/>
              <a:t>name</a:t>
            </a:r>
            <a:r>
              <a:rPr lang="de-CH" dirty="0"/>
              <a:t>, </a:t>
            </a:r>
            <a:r>
              <a:rPr lang="de-CH" dirty="0" err="1"/>
              <a:t>name,name</a:t>
            </a:r>
            <a:r>
              <a:rPr lang="de-CH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253546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31444B-52F3-B0BF-322B-4C686B06A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702" y="284085"/>
            <a:ext cx="8629095" cy="1029810"/>
          </a:xfrm>
        </p:spPr>
        <p:txBody>
          <a:bodyPr>
            <a:normAutofit/>
          </a:bodyPr>
          <a:lstStyle/>
          <a:p>
            <a:pPr algn="ctr"/>
            <a:r>
              <a:rPr lang="de-CH" dirty="0"/>
              <a:t>Beispiele von Websites</a:t>
            </a:r>
          </a:p>
        </p:txBody>
      </p:sp>
      <p:pic>
        <p:nvPicPr>
          <p:cNvPr id="4" name="Grafik 3" descr="Ein Bild, das Text, Screenshot, Schrift, Zahl enthält.&#10;&#10;Automatisch generierte Beschreibung">
            <a:extLst>
              <a:ext uri="{FF2B5EF4-FFF2-40B4-BE49-F238E27FC236}">
                <a16:creationId xmlns:a16="http://schemas.microsoft.com/office/drawing/2014/main" id="{9D715D6D-523F-10AE-3296-63DDC38C1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376" y="1175687"/>
            <a:ext cx="7453745" cy="5121391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8FCD961-DD82-28DF-CE21-8CB3661C6877}"/>
              </a:ext>
            </a:extLst>
          </p:cNvPr>
          <p:cNvSpPr/>
          <p:nvPr/>
        </p:nvSpPr>
        <p:spPr>
          <a:xfrm>
            <a:off x="3928039" y="6083160"/>
            <a:ext cx="3252936" cy="6280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bg1"/>
                </a:solidFill>
              </a:rPr>
              <a:t>Quelle: Reddit</a:t>
            </a:r>
          </a:p>
          <a:p>
            <a:pPr algn="ctr"/>
            <a:r>
              <a:rPr lang="de-CH" sz="1600" dirty="0">
                <a:solidFill>
                  <a:schemeClr val="bg1"/>
                </a:solidFill>
              </a:rPr>
              <a:t>Text geht in den Side-Post rein.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CE44B19B-D381-5A5C-16BF-9EC441416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412555" y="1313895"/>
            <a:ext cx="5477639" cy="2876951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F965310C-41EF-976C-A94E-E30DC590AB2C}"/>
              </a:ext>
            </a:extLst>
          </p:cNvPr>
          <p:cNvSpPr/>
          <p:nvPr/>
        </p:nvSpPr>
        <p:spPr>
          <a:xfrm>
            <a:off x="-4462756" y="3774496"/>
            <a:ext cx="3527840" cy="10977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bg1"/>
                </a:solidFill>
              </a:rPr>
              <a:t>Quelle: </a:t>
            </a:r>
            <a:r>
              <a:rPr lang="de-CH" sz="1600" dirty="0" err="1">
                <a:solidFill>
                  <a:schemeClr val="bg1"/>
                </a:solidFill>
              </a:rPr>
              <a:t>tagteamsigns</a:t>
            </a:r>
            <a:endParaRPr lang="de-CH" sz="1600" dirty="0">
              <a:solidFill>
                <a:schemeClr val="bg1"/>
              </a:solidFill>
            </a:endParaRPr>
          </a:p>
          <a:p>
            <a:pPr algn="ctr"/>
            <a:r>
              <a:rPr lang="de-CH" sz="1600" dirty="0">
                <a:solidFill>
                  <a:schemeClr val="bg1"/>
                </a:solidFill>
              </a:rPr>
              <a:t>Was steht da?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CCE85A90-2977-0DF3-6120-BB90F9F8B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3547" y="6858000"/>
            <a:ext cx="2616763" cy="6858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AD724531-9DA3-094F-425E-6BF00F0006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0" y="8638294"/>
            <a:ext cx="6128136" cy="2615237"/>
          </a:xfrm>
          <a:prstGeom prst="rect">
            <a:avLst/>
          </a:prstGeom>
        </p:spPr>
      </p:pic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47E28894-1817-A2F5-AFEA-526BE1A74F25}"/>
              </a:ext>
            </a:extLst>
          </p:cNvPr>
          <p:cNvSpPr/>
          <p:nvPr/>
        </p:nvSpPr>
        <p:spPr>
          <a:xfrm>
            <a:off x="6683629" y="9144397"/>
            <a:ext cx="2336115" cy="16030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19739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31444B-52F3-B0BF-322B-4C686B06A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702" y="284085"/>
            <a:ext cx="8629095" cy="1029810"/>
          </a:xfrm>
        </p:spPr>
        <p:txBody>
          <a:bodyPr>
            <a:normAutofit/>
          </a:bodyPr>
          <a:lstStyle/>
          <a:p>
            <a:pPr algn="ctr"/>
            <a:r>
              <a:rPr lang="de-CH" dirty="0"/>
              <a:t>Beispiele von Websites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CE44B19B-D381-5A5C-16BF-9EC441416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331" y="1313895"/>
            <a:ext cx="5477639" cy="2876951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F965310C-41EF-976C-A94E-E30DC590AB2C}"/>
              </a:ext>
            </a:extLst>
          </p:cNvPr>
          <p:cNvSpPr/>
          <p:nvPr/>
        </p:nvSpPr>
        <p:spPr>
          <a:xfrm>
            <a:off x="3155789" y="3878306"/>
            <a:ext cx="3527840" cy="10977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bg1"/>
                </a:solidFill>
              </a:rPr>
              <a:t>Quelle: </a:t>
            </a:r>
            <a:r>
              <a:rPr lang="de-CH" sz="1600" dirty="0" err="1">
                <a:solidFill>
                  <a:schemeClr val="bg1"/>
                </a:solidFill>
              </a:rPr>
              <a:t>tagteamsigns</a:t>
            </a:r>
            <a:endParaRPr lang="de-CH" sz="1600" dirty="0">
              <a:solidFill>
                <a:schemeClr val="bg1"/>
              </a:solidFill>
            </a:endParaRPr>
          </a:p>
          <a:p>
            <a:pPr algn="ctr"/>
            <a:r>
              <a:rPr lang="de-CH" sz="1600" dirty="0">
                <a:solidFill>
                  <a:schemeClr val="bg1"/>
                </a:solidFill>
              </a:rPr>
              <a:t>Was steht da?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CCE85A90-2977-0DF3-6120-BB90F9F8B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547" y="6858000"/>
            <a:ext cx="2616763" cy="6858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AD724531-9DA3-094F-425E-6BF00F0006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" y="8638294"/>
            <a:ext cx="6128136" cy="2615237"/>
          </a:xfrm>
          <a:prstGeom prst="rect">
            <a:avLst/>
          </a:prstGeom>
        </p:spPr>
      </p:pic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47E28894-1817-A2F5-AFEA-526BE1A74F25}"/>
              </a:ext>
            </a:extLst>
          </p:cNvPr>
          <p:cNvSpPr/>
          <p:nvPr/>
        </p:nvSpPr>
        <p:spPr>
          <a:xfrm>
            <a:off x="6683629" y="9144397"/>
            <a:ext cx="2336115" cy="16030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15564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31444B-52F3-B0BF-322B-4C686B06A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702" y="284085"/>
            <a:ext cx="8629095" cy="1029810"/>
          </a:xfrm>
        </p:spPr>
        <p:txBody>
          <a:bodyPr>
            <a:normAutofit/>
          </a:bodyPr>
          <a:lstStyle/>
          <a:p>
            <a:pPr algn="ctr"/>
            <a:r>
              <a:rPr lang="de-CH" dirty="0"/>
              <a:t>Beispiele von Websites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CCE85A90-2977-0DF3-6120-BB90F9F8B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6431" y="0"/>
            <a:ext cx="2616763" cy="6858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AD724531-9DA3-094F-425E-6BF00F000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3453" y="2803551"/>
            <a:ext cx="6128136" cy="2615237"/>
          </a:xfrm>
          <a:prstGeom prst="rect">
            <a:avLst/>
          </a:prstGeom>
        </p:spPr>
      </p:pic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47E28894-1817-A2F5-AFEA-526BE1A74F25}"/>
              </a:ext>
            </a:extLst>
          </p:cNvPr>
          <p:cNvSpPr/>
          <p:nvPr/>
        </p:nvSpPr>
        <p:spPr>
          <a:xfrm>
            <a:off x="6096000" y="2803551"/>
            <a:ext cx="2973214" cy="21976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solidFill>
                  <a:schemeClr val="bg1"/>
                </a:solidFill>
              </a:rPr>
              <a:t>Quelle: Maler Mathis</a:t>
            </a:r>
          </a:p>
          <a:p>
            <a:pPr algn="ctr"/>
            <a:r>
              <a:rPr lang="de-CH" dirty="0">
                <a:solidFill>
                  <a:schemeClr val="bg1"/>
                </a:solidFill>
              </a:rPr>
              <a:t>Ein Klick. Alle Aktualitäten</a:t>
            </a:r>
          </a:p>
        </p:txBody>
      </p:sp>
    </p:spTree>
    <p:extLst>
      <p:ext uri="{BB962C8B-B14F-4D97-AF65-F5344CB8AC3E}">
        <p14:creationId xmlns:p14="http://schemas.microsoft.com/office/powerpoint/2010/main" val="2808206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31444B-52F3-B0BF-322B-4C686B06A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3177" y="284085"/>
            <a:ext cx="7927759" cy="1029810"/>
          </a:xfrm>
        </p:spPr>
        <p:txBody>
          <a:bodyPr>
            <a:normAutofit/>
          </a:bodyPr>
          <a:lstStyle/>
          <a:p>
            <a:pPr algn="ctr"/>
            <a:r>
              <a:rPr lang="de-CH" dirty="0"/>
              <a:t>Beispiele von Apps</a:t>
            </a:r>
          </a:p>
        </p:txBody>
      </p:sp>
      <p:pic>
        <p:nvPicPr>
          <p:cNvPr id="15" name="Grafik 14" descr="Ein Bild, das Text, Screenshot, Schrift enthält.&#10;&#10;Automatisch generierte Beschreibung">
            <a:extLst>
              <a:ext uri="{FF2B5EF4-FFF2-40B4-BE49-F238E27FC236}">
                <a16:creationId xmlns:a16="http://schemas.microsoft.com/office/drawing/2014/main" id="{29353C19-45FB-A41C-998D-627BAE684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698" y="1288778"/>
            <a:ext cx="2676525" cy="363855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424E0555-89A2-8304-C283-E2B64D3132B3}"/>
              </a:ext>
            </a:extLst>
          </p:cNvPr>
          <p:cNvSpPr/>
          <p:nvPr/>
        </p:nvSpPr>
        <p:spPr>
          <a:xfrm>
            <a:off x="953259" y="4902211"/>
            <a:ext cx="3424506" cy="9622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bg1"/>
                </a:solidFill>
              </a:rPr>
              <a:t>Quelle: Kalender-App</a:t>
            </a:r>
          </a:p>
          <a:p>
            <a:pPr algn="ctr"/>
            <a:r>
              <a:rPr lang="de-CH" sz="1600" dirty="0">
                <a:solidFill>
                  <a:schemeClr val="bg1"/>
                </a:solidFill>
              </a:rPr>
              <a:t>Warum Start &amp; Ende separat? Warum nicht nur Uhrzeit?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7A4A725-4A4F-5F56-1268-256DF1231209}"/>
              </a:ext>
            </a:extLst>
          </p:cNvPr>
          <p:cNvSpPr/>
          <p:nvPr/>
        </p:nvSpPr>
        <p:spPr>
          <a:xfrm>
            <a:off x="-5250475" y="4735524"/>
            <a:ext cx="3252936" cy="7427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bg1"/>
                </a:solidFill>
              </a:rPr>
              <a:t>Quelle: Eig. App</a:t>
            </a:r>
          </a:p>
          <a:p>
            <a:pPr algn="ctr"/>
            <a:r>
              <a:rPr lang="de-CH" sz="1600" dirty="0">
                <a:solidFill>
                  <a:schemeClr val="bg1"/>
                </a:solidFill>
              </a:rPr>
              <a:t>Fauler Entwickler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5FEA4A8-E130-BA64-FDE2-8A910F9C1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300393" y="1859263"/>
            <a:ext cx="5170060" cy="2809274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7A6A3D35-425A-74E7-4499-AB4E730F6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563726" y="5864450"/>
            <a:ext cx="6433393" cy="4513614"/>
          </a:xfrm>
          <a:prstGeom prst="rect">
            <a:avLst/>
          </a:prstGeom>
        </p:spPr>
      </p:pic>
      <p:sp>
        <p:nvSpPr>
          <p:cNvPr id="19" name="Rechteck 18">
            <a:extLst>
              <a:ext uri="{FF2B5EF4-FFF2-40B4-BE49-F238E27FC236}">
                <a16:creationId xmlns:a16="http://schemas.microsoft.com/office/drawing/2014/main" id="{D1D4CB94-9B2F-0A02-1A4C-A010F8884638}"/>
              </a:ext>
            </a:extLst>
          </p:cNvPr>
          <p:cNvSpPr/>
          <p:nvPr/>
        </p:nvSpPr>
        <p:spPr>
          <a:xfrm>
            <a:off x="-6592584" y="9896944"/>
            <a:ext cx="4507144" cy="1029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bg1"/>
                </a:solidFill>
              </a:rPr>
              <a:t>Quelle: Playlist-App</a:t>
            </a:r>
          </a:p>
          <a:p>
            <a:pPr algn="ctr"/>
            <a:r>
              <a:rPr lang="de-CH" sz="1600" dirty="0">
                <a:solidFill>
                  <a:schemeClr val="bg1"/>
                </a:solidFill>
              </a:rPr>
              <a:t>Ladeanimationen sind nicht parallel.</a:t>
            </a:r>
          </a:p>
          <a:p>
            <a:pPr algn="ctr"/>
            <a:r>
              <a:rPr lang="de-CH" sz="1600" dirty="0">
                <a:solidFill>
                  <a:schemeClr val="bg1"/>
                </a:solidFill>
              </a:rPr>
              <a:t>Zufälliges Padding bei </a:t>
            </a:r>
            <a:r>
              <a:rPr lang="de-CH" sz="1600" dirty="0" err="1">
                <a:solidFill>
                  <a:schemeClr val="bg1"/>
                </a:solidFill>
              </a:rPr>
              <a:t>neuladen</a:t>
            </a:r>
            <a:endParaRPr lang="de-CH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03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31444B-52F3-B0BF-322B-4C686B06A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3177" y="284085"/>
            <a:ext cx="7927759" cy="1029810"/>
          </a:xfrm>
        </p:spPr>
        <p:txBody>
          <a:bodyPr>
            <a:normAutofit/>
          </a:bodyPr>
          <a:lstStyle/>
          <a:p>
            <a:pPr algn="ctr"/>
            <a:r>
              <a:rPr lang="de-CH" dirty="0"/>
              <a:t>Beispiele von Apps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7A4A725-4A4F-5F56-1268-256DF1231209}"/>
              </a:ext>
            </a:extLst>
          </p:cNvPr>
          <p:cNvSpPr/>
          <p:nvPr/>
        </p:nvSpPr>
        <p:spPr>
          <a:xfrm>
            <a:off x="953259" y="4902211"/>
            <a:ext cx="3252936" cy="7427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bg1"/>
                </a:solidFill>
              </a:rPr>
              <a:t>Quelle: Eig. App</a:t>
            </a:r>
          </a:p>
          <a:p>
            <a:pPr algn="ctr"/>
            <a:r>
              <a:rPr lang="de-CH" sz="1600" dirty="0">
                <a:solidFill>
                  <a:schemeClr val="bg1"/>
                </a:solidFill>
              </a:rPr>
              <a:t>Fauler Entwickler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5FEA4A8-E130-BA64-FDE2-8A910F9C1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959" y="2092937"/>
            <a:ext cx="5170060" cy="2809274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7A6A3D35-425A-74E7-4499-AB4E730F6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63726" y="5864450"/>
            <a:ext cx="6433393" cy="4513614"/>
          </a:xfrm>
          <a:prstGeom prst="rect">
            <a:avLst/>
          </a:prstGeom>
        </p:spPr>
      </p:pic>
      <p:sp>
        <p:nvSpPr>
          <p:cNvPr id="19" name="Rechteck 18">
            <a:extLst>
              <a:ext uri="{FF2B5EF4-FFF2-40B4-BE49-F238E27FC236}">
                <a16:creationId xmlns:a16="http://schemas.microsoft.com/office/drawing/2014/main" id="{D1D4CB94-9B2F-0A02-1A4C-A010F8884638}"/>
              </a:ext>
            </a:extLst>
          </p:cNvPr>
          <p:cNvSpPr/>
          <p:nvPr/>
        </p:nvSpPr>
        <p:spPr>
          <a:xfrm>
            <a:off x="-6592584" y="9896944"/>
            <a:ext cx="4507144" cy="1029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bg1"/>
                </a:solidFill>
              </a:rPr>
              <a:t>Quelle: Playlist-App</a:t>
            </a:r>
          </a:p>
          <a:p>
            <a:pPr algn="ctr"/>
            <a:r>
              <a:rPr lang="de-CH" sz="1600" dirty="0">
                <a:solidFill>
                  <a:schemeClr val="bg1"/>
                </a:solidFill>
              </a:rPr>
              <a:t>Ladeanimationen sind nicht parallel.</a:t>
            </a:r>
          </a:p>
          <a:p>
            <a:pPr algn="ctr"/>
            <a:r>
              <a:rPr lang="de-CH" sz="1600" dirty="0">
                <a:solidFill>
                  <a:schemeClr val="bg1"/>
                </a:solidFill>
              </a:rPr>
              <a:t>Zufälliges Padding bei </a:t>
            </a:r>
            <a:r>
              <a:rPr lang="de-CH" sz="1600" dirty="0" err="1">
                <a:solidFill>
                  <a:schemeClr val="bg1"/>
                </a:solidFill>
              </a:rPr>
              <a:t>neuladen</a:t>
            </a:r>
            <a:endParaRPr lang="de-CH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156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>
            <a:extLst>
              <a:ext uri="{FF2B5EF4-FFF2-40B4-BE49-F238E27FC236}">
                <a16:creationId xmlns:a16="http://schemas.microsoft.com/office/drawing/2014/main" id="{7A6A3D35-425A-74E7-4499-AB4E730F6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259" y="1199595"/>
            <a:ext cx="6433393" cy="451361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531444B-52F3-B0BF-322B-4C686B06A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3177" y="284085"/>
            <a:ext cx="7927759" cy="1029810"/>
          </a:xfrm>
        </p:spPr>
        <p:txBody>
          <a:bodyPr>
            <a:normAutofit/>
          </a:bodyPr>
          <a:lstStyle/>
          <a:p>
            <a:pPr algn="ctr"/>
            <a:r>
              <a:rPr lang="de-CH" dirty="0"/>
              <a:t>Beispiele von Apps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D1D4CB94-9B2F-0A02-1A4C-A010F8884638}"/>
              </a:ext>
            </a:extLst>
          </p:cNvPr>
          <p:cNvSpPr/>
          <p:nvPr/>
        </p:nvSpPr>
        <p:spPr>
          <a:xfrm>
            <a:off x="953259" y="5699053"/>
            <a:ext cx="4507144" cy="1029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bg1"/>
                </a:solidFill>
              </a:rPr>
              <a:t>Quelle: Playlist-App</a:t>
            </a:r>
          </a:p>
          <a:p>
            <a:pPr algn="ctr"/>
            <a:r>
              <a:rPr lang="de-CH" sz="1600" dirty="0">
                <a:solidFill>
                  <a:schemeClr val="bg1"/>
                </a:solidFill>
              </a:rPr>
              <a:t>Ladeanimationen sind nicht parallel.</a:t>
            </a:r>
          </a:p>
          <a:p>
            <a:pPr algn="ctr"/>
            <a:r>
              <a:rPr lang="de-CH" sz="1600" dirty="0">
                <a:solidFill>
                  <a:schemeClr val="bg1"/>
                </a:solidFill>
              </a:rPr>
              <a:t>Zufälliges Padding bei </a:t>
            </a:r>
            <a:r>
              <a:rPr lang="de-CH" sz="1600" dirty="0" err="1">
                <a:solidFill>
                  <a:schemeClr val="bg1"/>
                </a:solidFill>
              </a:rPr>
              <a:t>refresh</a:t>
            </a:r>
            <a:r>
              <a:rPr lang="de-CH" sz="16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8057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31444B-52F3-B0BF-322B-4C686B06A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3177" y="284085"/>
            <a:ext cx="7927759" cy="1029810"/>
          </a:xfrm>
        </p:spPr>
        <p:txBody>
          <a:bodyPr>
            <a:normAutofit/>
          </a:bodyPr>
          <a:lstStyle/>
          <a:p>
            <a:pPr algn="ctr"/>
            <a:r>
              <a:rPr lang="de-CH" dirty="0"/>
              <a:t>Beispiele im Alltag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2A7F652-AF84-620D-DF8F-18A120364107}"/>
              </a:ext>
            </a:extLst>
          </p:cNvPr>
          <p:cNvSpPr/>
          <p:nvPr/>
        </p:nvSpPr>
        <p:spPr>
          <a:xfrm>
            <a:off x="97582" y="1521335"/>
            <a:ext cx="4507144" cy="1029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bg1"/>
                </a:solidFill>
              </a:rPr>
              <a:t>Quelle: </a:t>
            </a:r>
            <a:r>
              <a:rPr lang="de-CH" sz="1600" dirty="0" err="1">
                <a:solidFill>
                  <a:schemeClr val="bg1"/>
                </a:solidFill>
              </a:rPr>
              <a:t>Linkedin</a:t>
            </a:r>
            <a:endParaRPr lang="de-CH" sz="1600" dirty="0">
              <a:solidFill>
                <a:schemeClr val="bg1"/>
              </a:solidFill>
            </a:endParaRPr>
          </a:p>
          <a:p>
            <a:pPr algn="ctr"/>
            <a:r>
              <a:rPr lang="de-CH" sz="1600" dirty="0">
                <a:solidFill>
                  <a:schemeClr val="bg1"/>
                </a:solidFill>
              </a:rPr>
              <a:t>Allg. zu kompliziert. Zu viele Pop-ups und aufleuchtende Nachrichten.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43F9087-737B-A676-C05B-D4B55472B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433" y="1521335"/>
            <a:ext cx="4163006" cy="914528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2D37AFE6-638F-FBAE-7BE7-FBE9925CDB33}"/>
              </a:ext>
            </a:extLst>
          </p:cNvPr>
          <p:cNvSpPr/>
          <p:nvPr/>
        </p:nvSpPr>
        <p:spPr>
          <a:xfrm>
            <a:off x="6849433" y="2435863"/>
            <a:ext cx="4507144" cy="1029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>
                <a:solidFill>
                  <a:schemeClr val="bg1"/>
                </a:solidFill>
              </a:rPr>
              <a:t>Quelle: Schulnetz</a:t>
            </a:r>
          </a:p>
          <a:p>
            <a:pPr algn="ctr"/>
            <a:r>
              <a:rPr lang="de-CH" sz="1600" dirty="0">
                <a:solidFill>
                  <a:schemeClr val="bg1"/>
                </a:solidFill>
              </a:rPr>
              <a:t>Filter unauffällig</a:t>
            </a:r>
          </a:p>
          <a:p>
            <a:pPr algn="ctr"/>
            <a:r>
              <a:rPr lang="de-CH" sz="1600" dirty="0">
                <a:solidFill>
                  <a:schemeClr val="bg1"/>
                </a:solidFill>
              </a:rPr>
              <a:t>Unnötige Sidebar</a:t>
            </a:r>
          </a:p>
        </p:txBody>
      </p:sp>
    </p:spTree>
    <p:extLst>
      <p:ext uri="{BB962C8B-B14F-4D97-AF65-F5344CB8AC3E}">
        <p14:creationId xmlns:p14="http://schemas.microsoft.com/office/powerpoint/2010/main" val="30879829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{38D495D6-EC7E-4403-946F-BAF5F86A5872}tf16401375</Template>
  <TotalTime>0</TotalTime>
  <Words>154</Words>
  <Application>Microsoft Office PowerPoint</Application>
  <PresentationFormat>Breitbild</PresentationFormat>
  <Paragraphs>37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Arial</vt:lpstr>
      <vt:lpstr>MS Shell Dlg 2</vt:lpstr>
      <vt:lpstr>Wingdings</vt:lpstr>
      <vt:lpstr>Wingdings 3</vt:lpstr>
      <vt:lpstr>Madison</vt:lpstr>
      <vt:lpstr>Beispiele für schlechtes UI</vt:lpstr>
      <vt:lpstr>Beispiele von Websites</vt:lpstr>
      <vt:lpstr>Beispiele von Websites</vt:lpstr>
      <vt:lpstr>Beispiele von Websites</vt:lpstr>
      <vt:lpstr>Beispiele von Apps</vt:lpstr>
      <vt:lpstr>Beispiele von Apps</vt:lpstr>
      <vt:lpstr>Beispiele von Apps</vt:lpstr>
      <vt:lpstr>Beispiele im Alltag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Beispiele für schlechtes UI</dc:title>
  <dc:creator>BBZW; Urbanek Justin</dc:creator>
  <cp:lastModifiedBy>BBZW; Urbanek Justin</cp:lastModifiedBy>
  <cp:revision>5</cp:revision>
  <dcterms:created xsi:type="dcterms:W3CDTF">2024-01-09T10:46:12Z</dcterms:created>
  <dcterms:modified xsi:type="dcterms:W3CDTF">2024-01-09T15:02:50Z</dcterms:modified>
</cp:coreProperties>
</file>